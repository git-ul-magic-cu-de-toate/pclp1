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5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6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5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5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9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3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3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1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3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478FE-34BA-42C1-9B51-CAE52136C98C}" type="datetimeFigureOut">
              <a:rPr lang="en-US" smtClean="0"/>
              <a:t>11/4/2013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F55AB-3F7E-4D6F-A1F8-80AEA765B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2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facem</a:t>
            </a:r>
            <a:r>
              <a:rPr lang="en-US" dirty="0" smtClean="0"/>
              <a:t> </a:t>
            </a:r>
            <a:r>
              <a:rPr lang="en-US" dirty="0" err="1" smtClean="0"/>
              <a:t>cand</a:t>
            </a:r>
            <a:r>
              <a:rPr lang="en-US" dirty="0" smtClean="0"/>
              <a:t> </a:t>
            </a:r>
            <a:r>
              <a:rPr lang="en-US" dirty="0" err="1" smtClean="0"/>
              <a:t>programul</a:t>
            </a:r>
            <a:r>
              <a:rPr lang="en-US" dirty="0" smtClean="0"/>
              <a:t> nu merge?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testare</a:t>
            </a:r>
            <a:endParaRPr lang="en-US" dirty="0" smtClean="0"/>
          </a:p>
          <a:p>
            <a:r>
              <a:rPr lang="en-US" dirty="0" err="1" smtClean="0"/>
              <a:t>identificarea</a:t>
            </a:r>
            <a:r>
              <a:rPr lang="en-US" dirty="0" smtClean="0"/>
              <a:t> </a:t>
            </a:r>
            <a:r>
              <a:rPr lang="en-US" dirty="0" err="1" smtClean="0"/>
              <a:t>zonei</a:t>
            </a:r>
            <a:r>
              <a:rPr lang="en-US" dirty="0" smtClean="0"/>
              <a:t> de cod </a:t>
            </a:r>
            <a:r>
              <a:rPr lang="en-US" dirty="0" err="1" smtClean="0"/>
              <a:t>ce</a:t>
            </a:r>
            <a:r>
              <a:rPr lang="en-US" dirty="0" smtClean="0"/>
              <a:t> produce </a:t>
            </a:r>
            <a:r>
              <a:rPr lang="en-US" dirty="0" err="1" smtClean="0"/>
              <a:t>probleme</a:t>
            </a:r>
            <a:endParaRPr lang="en-US" dirty="0" smtClean="0"/>
          </a:p>
          <a:p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 smtClean="0"/>
              <a:t>functionarii</a:t>
            </a:r>
            <a:r>
              <a:rPr lang="en-US" dirty="0" smtClean="0"/>
              <a:t> cu </a:t>
            </a:r>
            <a:r>
              <a:rPr lang="en-US" dirty="0" err="1" smtClean="0"/>
              <a:t>printf</a:t>
            </a:r>
            <a:r>
              <a:rPr lang="en-US" dirty="0" smtClean="0"/>
              <a:t> (</a:t>
            </a:r>
            <a:r>
              <a:rPr lang="en-US" dirty="0" err="1" smtClean="0"/>
              <a:t>printf</a:t>
            </a:r>
            <a:r>
              <a:rPr lang="en-US" dirty="0" smtClean="0"/>
              <a:t> debugging)</a:t>
            </a:r>
          </a:p>
          <a:p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 smtClean="0"/>
              <a:t>functionarii</a:t>
            </a:r>
            <a:r>
              <a:rPr lang="en-US" dirty="0" smtClean="0"/>
              <a:t> </a:t>
            </a:r>
            <a:r>
              <a:rPr lang="en-US" dirty="0" err="1" smtClean="0"/>
              <a:t>utilizand</a:t>
            </a:r>
            <a:r>
              <a:rPr lang="en-US" dirty="0" smtClean="0"/>
              <a:t> un debugger</a:t>
            </a:r>
          </a:p>
          <a:p>
            <a:r>
              <a:rPr lang="en-US" dirty="0" err="1" smtClean="0"/>
              <a:t>identificarea</a:t>
            </a:r>
            <a:r>
              <a:rPr lang="en-US" dirty="0" smtClean="0"/>
              <a:t> </a:t>
            </a:r>
            <a:r>
              <a:rPr lang="en-US" dirty="0" err="1" smtClean="0"/>
              <a:t>problemei</a:t>
            </a:r>
            <a:r>
              <a:rPr lang="en-US" dirty="0" smtClean="0"/>
              <a:t> in </a:t>
            </a:r>
            <a:r>
              <a:rPr lang="en-US" dirty="0" err="1" smtClean="0"/>
              <a:t>functie</a:t>
            </a:r>
            <a:r>
              <a:rPr lang="en-US" dirty="0" smtClean="0"/>
              <a:t> de </a:t>
            </a:r>
            <a:r>
              <a:rPr lang="en-US" dirty="0" err="1" smtClean="0"/>
              <a:t>eroare</a:t>
            </a:r>
            <a:endParaRPr lang="en-US" dirty="0" smtClean="0"/>
          </a:p>
          <a:p>
            <a:r>
              <a:rPr lang="en-US" dirty="0" err="1" smtClean="0"/>
              <a:t>erori</a:t>
            </a:r>
            <a:r>
              <a:rPr lang="en-US" dirty="0" smtClean="0"/>
              <a:t> “</a:t>
            </a:r>
            <a:r>
              <a:rPr lang="en-US" dirty="0" err="1" smtClean="0"/>
              <a:t>clasice</a:t>
            </a:r>
            <a:r>
              <a:rPr lang="en-US" dirty="0" smtClean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7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testarea</a:t>
            </a:r>
            <a:r>
              <a:rPr lang="en-US" dirty="0" smtClean="0"/>
              <a:t> </a:t>
            </a:r>
            <a:r>
              <a:rPr lang="en-US" dirty="0" err="1" smtClean="0"/>
              <a:t>programului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cazuri</a:t>
            </a:r>
            <a:r>
              <a:rPr lang="en-US" dirty="0" smtClean="0"/>
              <a:t> de test </a:t>
            </a:r>
            <a:r>
              <a:rPr lang="en-US" dirty="0" err="1" smtClean="0"/>
              <a:t>generale</a:t>
            </a:r>
            <a:endParaRPr lang="en-US" dirty="0" smtClean="0"/>
          </a:p>
          <a:p>
            <a:pPr lvl="1"/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care le </a:t>
            </a:r>
            <a:r>
              <a:rPr lang="en-US" dirty="0" err="1" smtClean="0"/>
              <a:t>introduceti</a:t>
            </a:r>
            <a:r>
              <a:rPr lang="en-US" dirty="0" smtClean="0"/>
              <a:t> de </a:t>
            </a:r>
            <a:r>
              <a:rPr lang="en-US" dirty="0" err="1" smtClean="0"/>
              <a:t>obicei</a:t>
            </a:r>
            <a:endParaRPr lang="en-US" dirty="0" smtClean="0"/>
          </a:p>
          <a:p>
            <a:r>
              <a:rPr lang="en-US" dirty="0" err="1" smtClean="0"/>
              <a:t>cazuri</a:t>
            </a:r>
            <a:r>
              <a:rPr lang="en-US" dirty="0" smtClean="0"/>
              <a:t> de test </a:t>
            </a:r>
            <a:r>
              <a:rPr lang="en-US" dirty="0" err="1" smtClean="0"/>
              <a:t>particulare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date de </a:t>
            </a:r>
            <a:r>
              <a:rPr lang="en-US" dirty="0" err="1" smtClean="0"/>
              <a:t>intrare</a:t>
            </a:r>
            <a:r>
              <a:rPr lang="en-US" dirty="0" smtClean="0"/>
              <a:t> </a:t>
            </a:r>
            <a:r>
              <a:rPr lang="en-US" dirty="0" err="1" smtClean="0"/>
              <a:t>lipsa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prea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endParaRPr lang="en-US" dirty="0"/>
          </a:p>
          <a:p>
            <a:pPr lvl="1"/>
            <a:r>
              <a:rPr lang="en-US" dirty="0" err="1" smtClean="0"/>
              <a:t>numere</a:t>
            </a:r>
            <a:r>
              <a:rPr lang="en-US" dirty="0" smtClean="0"/>
              <a:t> f </a:t>
            </a:r>
            <a:r>
              <a:rPr lang="en-US" dirty="0" err="1" smtClean="0"/>
              <a:t>mari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f </a:t>
            </a:r>
            <a:r>
              <a:rPr lang="en-US" dirty="0" err="1" smtClean="0"/>
              <a:t>mici</a:t>
            </a:r>
            <a:r>
              <a:rPr lang="en-US" dirty="0" smtClean="0"/>
              <a:t>…</a:t>
            </a:r>
          </a:p>
          <a:p>
            <a:r>
              <a:rPr lang="en-US" dirty="0" err="1" smtClean="0"/>
              <a:t>greseli</a:t>
            </a:r>
            <a:r>
              <a:rPr lang="en-US" dirty="0" smtClean="0"/>
              <a:t> </a:t>
            </a:r>
            <a:r>
              <a:rPr lang="en-US" dirty="0" err="1" smtClean="0"/>
              <a:t>facute</a:t>
            </a:r>
            <a:r>
              <a:rPr lang="en-US" dirty="0" smtClean="0"/>
              <a:t> de </a:t>
            </a:r>
            <a:r>
              <a:rPr lang="en-US" dirty="0" err="1" smtClean="0"/>
              <a:t>utilizator</a:t>
            </a:r>
            <a:r>
              <a:rPr lang="en-US" dirty="0" smtClean="0"/>
              <a:t> la </a:t>
            </a:r>
            <a:r>
              <a:rPr lang="en-US" dirty="0" err="1" smtClean="0"/>
              <a:t>introducerea</a:t>
            </a:r>
            <a:r>
              <a:rPr lang="en-US" dirty="0" smtClean="0"/>
              <a:t> </a:t>
            </a:r>
            <a:r>
              <a:rPr lang="en-US" dirty="0" err="1" smtClean="0"/>
              <a:t>datelor</a:t>
            </a:r>
            <a:endParaRPr lang="en-US" dirty="0" smtClean="0"/>
          </a:p>
          <a:p>
            <a:pPr lvl="1"/>
            <a:r>
              <a:rPr lang="en-US" dirty="0" err="1" smtClean="0"/>
              <a:t>alte</a:t>
            </a:r>
            <a:r>
              <a:rPr lang="en-US" dirty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date </a:t>
            </a:r>
            <a:r>
              <a:rPr lang="en-US" dirty="0" err="1" smtClean="0"/>
              <a:t>decat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 smtClean="0"/>
              <a:t>cerute</a:t>
            </a:r>
            <a:endParaRPr lang="en-US" dirty="0" smtClean="0"/>
          </a:p>
          <a:p>
            <a:pPr lvl="1"/>
            <a:r>
              <a:rPr lang="en-US" dirty="0" err="1" smtClean="0"/>
              <a:t>datele</a:t>
            </a:r>
            <a:r>
              <a:rPr lang="en-US" dirty="0" smtClean="0"/>
              <a:t> </a:t>
            </a:r>
            <a:r>
              <a:rPr lang="en-US" dirty="0" err="1" smtClean="0"/>
              <a:t>primite</a:t>
            </a:r>
            <a:r>
              <a:rPr lang="en-US" dirty="0" smtClean="0"/>
              <a:t> in </a:t>
            </a:r>
            <a:r>
              <a:rPr lang="en-US" dirty="0" err="1" smtClean="0"/>
              <a:t>alta</a:t>
            </a:r>
            <a:r>
              <a:rPr lang="en-US" dirty="0" smtClean="0"/>
              <a:t> </a:t>
            </a:r>
            <a:r>
              <a:rPr lang="en-US" dirty="0" err="1" smtClean="0"/>
              <a:t>ordine</a:t>
            </a:r>
            <a:r>
              <a:rPr lang="en-US" dirty="0" smtClean="0"/>
              <a:t> …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16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identificarea</a:t>
            </a:r>
            <a:r>
              <a:rPr lang="en-US" dirty="0" smtClean="0"/>
              <a:t> </a:t>
            </a:r>
            <a:r>
              <a:rPr lang="en-US" dirty="0" err="1" smtClean="0"/>
              <a:t>zonei</a:t>
            </a:r>
            <a:r>
              <a:rPr lang="en-US" dirty="0" smtClean="0"/>
              <a:t> de cod cu </a:t>
            </a:r>
            <a:r>
              <a:rPr lang="en-US" dirty="0" err="1" smtClean="0"/>
              <a:t>probleme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testarea</a:t>
            </a:r>
            <a:r>
              <a:rPr lang="en-US" dirty="0" smtClean="0"/>
              <a:t> </a:t>
            </a:r>
            <a:r>
              <a:rPr lang="en-US" dirty="0" err="1" smtClean="0"/>
              <a:t>fiecarei</a:t>
            </a:r>
            <a:r>
              <a:rPr lang="en-US" dirty="0" smtClean="0"/>
              <a:t> </a:t>
            </a:r>
            <a:r>
              <a:rPr lang="en-US" dirty="0" err="1" smtClean="0"/>
              <a:t>functii</a:t>
            </a:r>
            <a:r>
              <a:rPr lang="en-US" dirty="0" smtClean="0"/>
              <a:t> </a:t>
            </a:r>
            <a:r>
              <a:rPr lang="en-US" dirty="0" err="1" smtClean="0"/>
              <a:t>separat</a:t>
            </a:r>
            <a:endParaRPr lang="en-US" dirty="0" smtClean="0"/>
          </a:p>
          <a:p>
            <a:r>
              <a:rPr lang="en-US" dirty="0" err="1" smtClean="0"/>
              <a:t>daca</a:t>
            </a:r>
            <a:r>
              <a:rPr lang="en-US" dirty="0" smtClean="0"/>
              <a:t> </a:t>
            </a:r>
            <a:r>
              <a:rPr lang="en-US" dirty="0" err="1" smtClean="0"/>
              <a:t>problemele</a:t>
            </a:r>
            <a:r>
              <a:rPr lang="en-US" dirty="0" smtClean="0"/>
              <a:t> </a:t>
            </a:r>
            <a:r>
              <a:rPr lang="en-US" dirty="0" err="1" smtClean="0"/>
              <a:t>apar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-o </a:t>
            </a:r>
            <a:r>
              <a:rPr lang="en-US" dirty="0" err="1" smtClean="0"/>
              <a:t>functie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lunga</a:t>
            </a:r>
            <a:endParaRPr lang="en-US" dirty="0" smtClean="0"/>
          </a:p>
          <a:p>
            <a:pPr lvl="1"/>
            <a:r>
              <a:rPr lang="en-US" dirty="0" err="1" smtClean="0"/>
              <a:t>izolam</a:t>
            </a:r>
            <a:r>
              <a:rPr lang="en-US" dirty="0" smtClean="0"/>
              <a:t> </a:t>
            </a:r>
            <a:r>
              <a:rPr lang="en-US" dirty="0" err="1" smtClean="0"/>
              <a:t>secvente</a:t>
            </a:r>
            <a:r>
              <a:rPr lang="en-US" dirty="0" smtClean="0"/>
              <a:t> de cod (</a:t>
            </a:r>
            <a:r>
              <a:rPr lang="en-US" dirty="0" err="1" smtClean="0"/>
              <a:t>comentam</a:t>
            </a:r>
            <a:r>
              <a:rPr lang="en-US" dirty="0" smtClean="0"/>
              <a:t> </a:t>
            </a:r>
            <a:r>
              <a:rPr lang="en-US" dirty="0" err="1" smtClean="0"/>
              <a:t>restul</a:t>
            </a:r>
            <a:r>
              <a:rPr lang="en-US" dirty="0" smtClean="0"/>
              <a:t> de ex)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vedem</a:t>
            </a:r>
            <a:r>
              <a:rPr lang="en-US" dirty="0"/>
              <a:t> </a:t>
            </a:r>
            <a:r>
              <a:rPr lang="en-US" dirty="0" smtClean="0"/>
              <a:t>care </a:t>
            </a:r>
            <a:r>
              <a:rPr lang="en-US" dirty="0" err="1" smtClean="0"/>
              <a:t>merg</a:t>
            </a:r>
            <a:endParaRPr lang="en-US" dirty="0" smtClean="0"/>
          </a:p>
          <a:p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secventa</a:t>
            </a:r>
            <a:r>
              <a:rPr lang="en-US" dirty="0" smtClean="0"/>
              <a:t> de cod cu </a:t>
            </a:r>
            <a:r>
              <a:rPr lang="en-US" dirty="0" err="1" smtClean="0"/>
              <a:t>probleme</a:t>
            </a:r>
            <a:r>
              <a:rPr lang="en-US" dirty="0" smtClean="0"/>
              <a:t> </a:t>
            </a:r>
            <a:r>
              <a:rPr lang="en-US" dirty="0" err="1" smtClean="0"/>
              <a:t>analizam</a:t>
            </a:r>
            <a:r>
              <a:rPr lang="en-US" dirty="0" smtClean="0"/>
              <a:t> </a:t>
            </a:r>
            <a:r>
              <a:rPr lang="en-US" dirty="0" err="1" smtClean="0"/>
              <a:t>functionarea</a:t>
            </a:r>
            <a:r>
              <a:rPr lang="en-US" dirty="0" smtClean="0"/>
              <a:t> </a:t>
            </a:r>
            <a:r>
              <a:rPr lang="en-US" dirty="0" err="1" smtClean="0"/>
              <a:t>codului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5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printf</a:t>
            </a:r>
            <a:r>
              <a:rPr lang="en-US" dirty="0" smtClean="0"/>
              <a:t> debugging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adaugam</a:t>
            </a:r>
            <a:r>
              <a:rPr lang="en-US" dirty="0" smtClean="0"/>
              <a:t> </a:t>
            </a:r>
            <a:r>
              <a:rPr lang="en-US" dirty="0" err="1" smtClean="0"/>
              <a:t>instructiuni</a:t>
            </a: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 in cod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urmari</a:t>
            </a:r>
            <a:r>
              <a:rPr lang="en-US" dirty="0" smtClean="0"/>
              <a:t> </a:t>
            </a:r>
            <a:r>
              <a:rPr lang="en-US" dirty="0" err="1" smtClean="0"/>
              <a:t>valorile</a:t>
            </a:r>
            <a:r>
              <a:rPr lang="en-US" dirty="0" smtClean="0"/>
              <a:t> </a:t>
            </a:r>
            <a:r>
              <a:rPr lang="en-US" dirty="0" err="1" smtClean="0"/>
              <a:t>variabilelor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ramuri</a:t>
            </a:r>
            <a:r>
              <a:rPr lang="en-US" dirty="0" smtClean="0"/>
              <a:t> ale if-</a:t>
            </a:r>
            <a:r>
              <a:rPr lang="en-US" dirty="0" err="1" smtClean="0"/>
              <a:t>urilor</a:t>
            </a:r>
            <a:r>
              <a:rPr lang="en-US" dirty="0" smtClean="0"/>
              <a:t> intra </a:t>
            </a:r>
            <a:r>
              <a:rPr lang="en-US" dirty="0" err="1" smtClean="0"/>
              <a:t>programul</a:t>
            </a:r>
            <a:endParaRPr lang="en-US" dirty="0" smtClean="0"/>
          </a:p>
          <a:p>
            <a:r>
              <a:rPr lang="en-US" dirty="0" err="1" smtClean="0"/>
              <a:t>tiparim</a:t>
            </a:r>
            <a:r>
              <a:rPr lang="en-US" dirty="0" smtClean="0"/>
              <a:t> </a:t>
            </a:r>
            <a:r>
              <a:rPr lang="en-US" dirty="0" err="1" smtClean="0"/>
              <a:t>valorile</a:t>
            </a:r>
            <a:r>
              <a:rPr lang="en-US" dirty="0" smtClean="0"/>
              <a:t> care se </a:t>
            </a:r>
            <a:r>
              <a:rPr lang="en-US" dirty="0" err="1" smtClean="0"/>
              <a:t>schimba</a:t>
            </a:r>
            <a:r>
              <a:rPr lang="en-US" dirty="0" smtClean="0"/>
              <a:t> (</a:t>
            </a:r>
            <a:r>
              <a:rPr lang="en-US" dirty="0" err="1" smtClean="0"/>
              <a:t>sau</a:t>
            </a:r>
            <a:r>
              <a:rPr lang="en-US" dirty="0" smtClean="0"/>
              <a:t> care </a:t>
            </a:r>
            <a:r>
              <a:rPr lang="en-US" dirty="0" err="1" smtClean="0"/>
              <a:t>ar</a:t>
            </a:r>
            <a:r>
              <a:rPr lang="en-US" dirty="0" smtClean="0"/>
              <a:t> </a:t>
            </a:r>
            <a:r>
              <a:rPr lang="en-US" dirty="0" err="1" smtClean="0"/>
              <a:t>trebui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se </a:t>
            </a:r>
            <a:r>
              <a:rPr lang="en-US" dirty="0" err="1" smtClean="0"/>
              <a:t>schimbe</a:t>
            </a:r>
            <a:r>
              <a:rPr lang="en-US" dirty="0" smtClean="0"/>
              <a:t>, </a:t>
            </a:r>
            <a:r>
              <a:rPr lang="en-US" dirty="0" err="1" smtClean="0"/>
              <a:t>rezultatele</a:t>
            </a:r>
            <a:r>
              <a:rPr lang="en-US" dirty="0" smtClean="0"/>
              <a:t> </a:t>
            </a:r>
            <a:r>
              <a:rPr lang="en-US" dirty="0" err="1" smtClean="0"/>
              <a:t>apelurilor</a:t>
            </a:r>
            <a:r>
              <a:rPr lang="en-US" dirty="0" smtClean="0"/>
              <a:t> de </a:t>
            </a:r>
            <a:r>
              <a:rPr lang="en-US" dirty="0" err="1" smtClean="0"/>
              <a:t>functie</a:t>
            </a:r>
            <a:r>
              <a:rPr lang="en-US" dirty="0" smtClean="0"/>
              <a:t>…)</a:t>
            </a:r>
          </a:p>
          <a:p>
            <a:r>
              <a:rPr lang="en-US" dirty="0" err="1" smtClean="0"/>
              <a:t>metoda</a:t>
            </a:r>
            <a:r>
              <a:rPr lang="en-US" dirty="0" smtClean="0"/>
              <a:t> </a:t>
            </a:r>
            <a:r>
              <a:rPr lang="en-US" dirty="0" err="1" smtClean="0"/>
              <a:t>utilizata</a:t>
            </a:r>
            <a:r>
              <a:rPr lang="en-US" dirty="0" smtClean="0"/>
              <a:t> in </a:t>
            </a:r>
            <a:r>
              <a:rPr lang="en-US" dirty="0" err="1" smtClean="0"/>
              <a:t>industrie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scrierea</a:t>
            </a:r>
            <a:r>
              <a:rPr lang="en-US" dirty="0" smtClean="0"/>
              <a:t> in </a:t>
            </a:r>
            <a:r>
              <a:rPr lang="en-US" dirty="0" err="1" smtClean="0"/>
              <a:t>fisiere</a:t>
            </a:r>
            <a:r>
              <a:rPr lang="en-US" dirty="0" smtClean="0"/>
              <a:t> </a:t>
            </a:r>
            <a:r>
              <a:rPr lang="en-US" dirty="0" err="1" smtClean="0"/>
              <a:t>jurnal</a:t>
            </a:r>
            <a:r>
              <a:rPr lang="en-US" dirty="0" smtClean="0"/>
              <a:t> (log-</a:t>
            </a:r>
            <a:r>
              <a:rPr lang="en-US" dirty="0" err="1" smtClean="0"/>
              <a:t>uri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 mod </a:t>
            </a:r>
            <a:r>
              <a:rPr lang="en-US" dirty="0" err="1" smtClean="0"/>
              <a:t>tipic</a:t>
            </a:r>
            <a:r>
              <a:rPr lang="en-US" dirty="0" smtClean="0"/>
              <a:t> un program </a:t>
            </a:r>
            <a:r>
              <a:rPr lang="en-US" dirty="0" err="1" smtClean="0"/>
              <a:t>poate</a:t>
            </a:r>
            <a:r>
              <a:rPr lang="en-US" dirty="0" smtClean="0"/>
              <a:t> fi </a:t>
            </a:r>
            <a:r>
              <a:rPr lang="en-US" dirty="0" err="1" smtClean="0"/>
              <a:t>configurat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scrie</a:t>
            </a:r>
            <a:r>
              <a:rPr lang="en-US" dirty="0" smtClean="0"/>
              <a:t> in </a:t>
            </a:r>
            <a:r>
              <a:rPr lang="en-US" dirty="0" err="1" smtClean="0"/>
              <a:t>fisiere</a:t>
            </a:r>
            <a:r>
              <a:rPr lang="en-US" dirty="0" smtClean="0"/>
              <a:t> </a:t>
            </a:r>
            <a:r>
              <a:rPr lang="en-US" dirty="0" err="1" smtClean="0"/>
              <a:t>jurnal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en-US" dirty="0" smtClean="0"/>
              <a:t> </a:t>
            </a:r>
            <a:r>
              <a:rPr lang="en-US" dirty="0" err="1" smtClean="0"/>
              <a:t>tipuri</a:t>
            </a:r>
            <a:r>
              <a:rPr lang="en-US" dirty="0" smtClean="0"/>
              <a:t> de </a:t>
            </a:r>
            <a:r>
              <a:rPr lang="en-US" dirty="0" err="1" smtClean="0"/>
              <a:t>informatii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putea</a:t>
            </a:r>
            <a:r>
              <a:rPr lang="en-US" dirty="0" smtClean="0"/>
              <a:t> </a:t>
            </a:r>
            <a:r>
              <a:rPr lang="en-US" dirty="0" err="1" smtClean="0"/>
              <a:t>identifica</a:t>
            </a:r>
            <a:r>
              <a:rPr lang="en-US" dirty="0" smtClean="0"/>
              <a:t> rapid </a:t>
            </a:r>
            <a:r>
              <a:rPr lang="en-US" dirty="0" err="1" smtClean="0"/>
              <a:t>erorile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7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</a:t>
            </a:r>
            <a:r>
              <a:rPr lang="en-US" dirty="0" err="1" smtClean="0"/>
              <a:t>folosind</a:t>
            </a:r>
            <a:r>
              <a:rPr lang="en-US" dirty="0" smtClean="0"/>
              <a:t> un debugger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notiuni</a:t>
            </a:r>
            <a:r>
              <a:rPr lang="en-US" dirty="0" smtClean="0"/>
              <a:t> de </a:t>
            </a:r>
            <a:r>
              <a:rPr lang="en-US" dirty="0" err="1" smtClean="0"/>
              <a:t>baza</a:t>
            </a:r>
            <a:endParaRPr lang="en-US" dirty="0" smtClean="0"/>
          </a:p>
          <a:p>
            <a:pPr lvl="1"/>
            <a:r>
              <a:rPr lang="en-US" dirty="0" err="1" smtClean="0"/>
              <a:t>debuggerul</a:t>
            </a:r>
            <a:r>
              <a:rPr lang="en-US" dirty="0" smtClean="0"/>
              <a:t> </a:t>
            </a:r>
            <a:r>
              <a:rPr lang="en-US" dirty="0" err="1" smtClean="0"/>
              <a:t>poate</a:t>
            </a:r>
            <a:r>
              <a:rPr lang="en-US" dirty="0" smtClean="0"/>
              <a:t> </a:t>
            </a:r>
            <a:r>
              <a:rPr lang="en-US" dirty="0" err="1" smtClean="0"/>
              <a:t>rula</a:t>
            </a:r>
            <a:r>
              <a:rPr lang="en-US" dirty="0" smtClean="0"/>
              <a:t> </a:t>
            </a:r>
            <a:r>
              <a:rPr lang="en-US" dirty="0" err="1" smtClean="0"/>
              <a:t>programul</a:t>
            </a:r>
            <a:r>
              <a:rPr lang="en-US" dirty="0" smtClean="0"/>
              <a:t> pas cu pas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pana</a:t>
            </a:r>
            <a:r>
              <a:rPr lang="en-US" dirty="0" smtClean="0"/>
              <a:t> </a:t>
            </a:r>
            <a:r>
              <a:rPr lang="en-US" dirty="0" err="1" smtClean="0"/>
              <a:t>cand</a:t>
            </a:r>
            <a:r>
              <a:rPr lang="en-US" dirty="0" smtClean="0"/>
              <a:t> </a:t>
            </a:r>
            <a:r>
              <a:rPr lang="en-US" dirty="0" err="1" smtClean="0"/>
              <a:t>intalneste</a:t>
            </a:r>
            <a:r>
              <a:rPr lang="en-US" dirty="0" smtClean="0"/>
              <a:t> un breakpoint</a:t>
            </a:r>
          </a:p>
          <a:p>
            <a:pPr lvl="1"/>
            <a:r>
              <a:rPr lang="en-US" dirty="0" smtClean="0"/>
              <a:t>breakpoint-</a:t>
            </a:r>
            <a:r>
              <a:rPr lang="en-US" dirty="0" err="1" smtClean="0"/>
              <a:t>urile</a:t>
            </a:r>
            <a:r>
              <a:rPr lang="en-US" dirty="0" smtClean="0"/>
              <a:t> se </a:t>
            </a:r>
            <a:r>
              <a:rPr lang="en-US" dirty="0" err="1" smtClean="0"/>
              <a:t>adauga</a:t>
            </a:r>
            <a:r>
              <a:rPr lang="en-US" dirty="0" smtClean="0"/>
              <a:t> </a:t>
            </a:r>
            <a:r>
              <a:rPr lang="en-US" dirty="0" err="1" smtClean="0"/>
              <a:t>inainte</a:t>
            </a:r>
            <a:r>
              <a:rPr lang="en-US" dirty="0" smtClean="0"/>
              <a:t> de </a:t>
            </a:r>
            <a:r>
              <a:rPr lang="en-US" dirty="0" err="1" smtClean="0"/>
              <a:t>zona</a:t>
            </a:r>
            <a:r>
              <a:rPr lang="en-US" dirty="0" smtClean="0"/>
              <a:t> cu </a:t>
            </a:r>
            <a:r>
              <a:rPr lang="en-US" dirty="0" err="1" smtClean="0"/>
              <a:t>probleme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8769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comenzi</a:t>
            </a:r>
            <a:r>
              <a:rPr lang="en-US" dirty="0" smtClean="0"/>
              <a:t> standard in debugger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(n) – se </a:t>
            </a:r>
            <a:r>
              <a:rPr lang="en-US" dirty="0" err="1" smtClean="0"/>
              <a:t>trece</a:t>
            </a:r>
            <a:r>
              <a:rPr lang="en-US" dirty="0" smtClean="0"/>
              <a:t> la </a:t>
            </a:r>
            <a:r>
              <a:rPr lang="en-US" dirty="0" err="1" smtClean="0"/>
              <a:t>linia</a:t>
            </a:r>
            <a:r>
              <a:rPr lang="en-US" dirty="0" smtClean="0"/>
              <a:t> </a:t>
            </a:r>
            <a:r>
              <a:rPr lang="en-US" dirty="0" err="1" smtClean="0"/>
              <a:t>urmatoare</a:t>
            </a:r>
            <a:endParaRPr lang="en-US" dirty="0" smtClean="0"/>
          </a:p>
          <a:p>
            <a:r>
              <a:rPr lang="en-US" dirty="0" smtClean="0"/>
              <a:t>step (s) – </a:t>
            </a:r>
            <a:r>
              <a:rPr lang="en-US" dirty="0" err="1" smtClean="0"/>
              <a:t>daca</a:t>
            </a:r>
            <a:r>
              <a:rPr lang="en-US" dirty="0" smtClean="0"/>
              <a:t> la </a:t>
            </a:r>
            <a:r>
              <a:rPr lang="en-US" dirty="0" err="1" smtClean="0"/>
              <a:t>instructiunea</a:t>
            </a:r>
            <a:r>
              <a:rPr lang="en-US" dirty="0" smtClean="0"/>
              <a:t> </a:t>
            </a:r>
            <a:r>
              <a:rPr lang="en-US" dirty="0" err="1" smtClean="0"/>
              <a:t>curenta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dirty="0" err="1" smtClean="0"/>
              <a:t>apel</a:t>
            </a:r>
            <a:r>
              <a:rPr lang="en-US" dirty="0" smtClean="0"/>
              <a:t> de </a:t>
            </a:r>
            <a:r>
              <a:rPr lang="en-US" dirty="0" err="1" smtClean="0"/>
              <a:t>functie</a:t>
            </a:r>
            <a:r>
              <a:rPr lang="en-US" dirty="0" smtClean="0"/>
              <a:t> se intra in </a:t>
            </a:r>
            <a:r>
              <a:rPr lang="en-US" dirty="0" err="1" smtClean="0"/>
              <a:t>functie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se continua </a:t>
            </a:r>
            <a:r>
              <a:rPr lang="en-US" dirty="0" err="1" smtClean="0"/>
              <a:t>executia</a:t>
            </a:r>
            <a:r>
              <a:rPr lang="en-US" dirty="0" smtClean="0"/>
              <a:t> pas cu pas</a:t>
            </a:r>
          </a:p>
          <a:p>
            <a:r>
              <a:rPr lang="en-US" dirty="0" smtClean="0"/>
              <a:t>continue (c) – continua </a:t>
            </a:r>
            <a:r>
              <a:rPr lang="en-US" dirty="0" err="1" smtClean="0"/>
              <a:t>executia</a:t>
            </a:r>
            <a:r>
              <a:rPr lang="en-US" dirty="0" smtClean="0"/>
              <a:t> </a:t>
            </a:r>
            <a:r>
              <a:rPr lang="en-US" dirty="0" err="1" smtClean="0"/>
              <a:t>fara</a:t>
            </a:r>
            <a:r>
              <a:rPr lang="en-US" dirty="0" smtClean="0"/>
              <a:t> </a:t>
            </a:r>
            <a:r>
              <a:rPr lang="en-US" dirty="0" err="1" smtClean="0"/>
              <a:t>intrerupere</a:t>
            </a:r>
            <a:r>
              <a:rPr lang="en-US" dirty="0" smtClean="0"/>
              <a:t> </a:t>
            </a:r>
            <a:r>
              <a:rPr lang="en-US" dirty="0" err="1" smtClean="0"/>
              <a:t>pana</a:t>
            </a:r>
            <a:r>
              <a:rPr lang="en-US" dirty="0" smtClean="0"/>
              <a:t> la </a:t>
            </a:r>
            <a:r>
              <a:rPr lang="en-US" dirty="0" err="1" smtClean="0"/>
              <a:t>urmatorul</a:t>
            </a:r>
            <a:r>
              <a:rPr lang="en-US" dirty="0" smtClean="0"/>
              <a:t> breakpoint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pana</a:t>
            </a:r>
            <a:r>
              <a:rPr lang="en-US" dirty="0" smtClean="0"/>
              <a:t> la </a:t>
            </a:r>
            <a:r>
              <a:rPr lang="en-US" dirty="0" err="1" smtClean="0"/>
              <a:t>terminarea</a:t>
            </a:r>
            <a:r>
              <a:rPr lang="en-US" dirty="0" smtClean="0"/>
              <a:t> </a:t>
            </a:r>
            <a:r>
              <a:rPr lang="en-US" dirty="0" err="1" smtClean="0"/>
              <a:t>programului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13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" y="1524000"/>
            <a:ext cx="6183086" cy="406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exemplu</a:t>
            </a: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 debugging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290" y="4038600"/>
            <a:ext cx="4515481" cy="2476846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6127690"/>
            <a:ext cx="4060985" cy="577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708666"/>
            <a:ext cx="5269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am </a:t>
            </a:r>
            <a:r>
              <a:rPr lang="en-US" dirty="0" err="1" smtClean="0"/>
              <a:t>adaugat</a:t>
            </a:r>
            <a:r>
              <a:rPr lang="en-US" dirty="0" smtClean="0"/>
              <a:t> </a:t>
            </a:r>
            <a:r>
              <a:rPr lang="en-US" dirty="0" err="1" smtClean="0"/>
              <a:t>cateva</a:t>
            </a:r>
            <a:r>
              <a:rPr lang="en-US" dirty="0" smtClean="0"/>
              <a:t> </a:t>
            </a:r>
            <a:r>
              <a:rPr lang="en-US" dirty="0" err="1" smtClean="0"/>
              <a:t>greseli</a:t>
            </a:r>
            <a:r>
              <a:rPr lang="en-US" dirty="0" smtClean="0"/>
              <a:t> in </a:t>
            </a:r>
            <a:r>
              <a:rPr lang="en-US" dirty="0" err="1" smtClean="0"/>
              <a:t>codul</a:t>
            </a:r>
            <a:r>
              <a:rPr lang="en-US" dirty="0" smtClean="0"/>
              <a:t> </a:t>
            </a:r>
            <a:r>
              <a:rPr lang="en-US" dirty="0" err="1" smtClean="0"/>
              <a:t>functiei</a:t>
            </a:r>
            <a:r>
              <a:rPr lang="en-US" dirty="0" smtClean="0"/>
              <a:t> de </a:t>
            </a:r>
            <a:r>
              <a:rPr lang="en-US" dirty="0" err="1" smtClean="0"/>
              <a:t>inserare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adaugam</a:t>
            </a:r>
            <a:r>
              <a:rPr lang="en-US" dirty="0" smtClean="0"/>
              <a:t> </a:t>
            </a:r>
            <a:r>
              <a:rPr lang="en-US" dirty="0" err="1" smtClean="0"/>
              <a:t>printf-uri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2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" y="3352799"/>
            <a:ext cx="6440487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884" y="3733800"/>
            <a:ext cx="1284516" cy="32861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84" y="4793795"/>
            <a:ext cx="43572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 </a:t>
            </a:r>
            <a:r>
              <a:rPr lang="en-US" dirty="0" err="1" smtClean="0"/>
              <a:t>afiseaza</a:t>
            </a:r>
            <a:r>
              <a:rPr lang="en-US" dirty="0" smtClean="0"/>
              <a:t> o </a:t>
            </a:r>
            <a:r>
              <a:rPr lang="en-US" dirty="0" err="1" smtClean="0"/>
              <a:t>singura</a:t>
            </a:r>
            <a:r>
              <a:rPr lang="en-US" dirty="0" smtClean="0"/>
              <a:t> data</a:t>
            </a:r>
          </a:p>
          <a:p>
            <a:r>
              <a:rPr lang="en-US" dirty="0" err="1" smtClean="0"/>
              <a:t>i</a:t>
            </a:r>
            <a:r>
              <a:rPr lang="en-US" dirty="0" smtClean="0"/>
              <a:t>=30</a:t>
            </a:r>
          </a:p>
          <a:p>
            <a:pPr marL="285750" indent="-285750">
              <a:buFont typeface="Symbol"/>
              <a:buChar char="Þ"/>
            </a:pPr>
            <a:r>
              <a:rPr lang="en-US" dirty="0" smtClean="0"/>
              <a:t>for-</a:t>
            </a:r>
            <a:r>
              <a:rPr lang="en-US" dirty="0" err="1" smtClean="0"/>
              <a:t>ul</a:t>
            </a:r>
            <a:r>
              <a:rPr lang="en-US" dirty="0" smtClean="0"/>
              <a:t> se </a:t>
            </a:r>
            <a:r>
              <a:rPr lang="en-US" dirty="0" err="1" smtClean="0"/>
              <a:t>executa</a:t>
            </a:r>
            <a:r>
              <a:rPr lang="en-US" dirty="0" smtClean="0"/>
              <a:t> o </a:t>
            </a:r>
            <a:r>
              <a:rPr lang="en-US" dirty="0" err="1" smtClean="0"/>
              <a:t>singura</a:t>
            </a:r>
            <a:r>
              <a:rPr lang="en-US" dirty="0" smtClean="0"/>
              <a:t> data </a:t>
            </a:r>
            <a:r>
              <a:rPr lang="en-US" dirty="0" err="1" smtClean="0"/>
              <a:t>cand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=30</a:t>
            </a:r>
          </a:p>
          <a:p>
            <a:pPr marL="285750" indent="-285750">
              <a:buFont typeface="Symbol"/>
              <a:buChar char="Þ"/>
            </a:pPr>
            <a:r>
              <a:rPr lang="en-US" dirty="0" err="1" smtClean="0"/>
              <a:t>descoperim</a:t>
            </a:r>
            <a:r>
              <a:rPr lang="en-US" dirty="0" smtClean="0"/>
              <a:t> ; </a:t>
            </a:r>
            <a:r>
              <a:rPr lang="en-US" dirty="0" err="1" smtClean="0"/>
              <a:t>dupa</a:t>
            </a:r>
            <a:r>
              <a:rPr lang="en-US" dirty="0" smtClean="0"/>
              <a:t> for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0" y="0"/>
            <a:ext cx="5366659" cy="352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5"/>
          <p:cNvSpPr/>
          <p:nvPr/>
        </p:nvSpPr>
        <p:spPr>
          <a:xfrm rot="16200000">
            <a:off x="3276600" y="3352800"/>
            <a:ext cx="3886200" cy="381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4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8478837" cy="584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58274" y="4800600"/>
            <a:ext cx="5747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vedem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schimba</a:t>
            </a:r>
            <a:r>
              <a:rPr lang="en-US" dirty="0" smtClean="0"/>
              <a:t> </a:t>
            </a:r>
            <a:r>
              <a:rPr lang="en-US" dirty="0" err="1" smtClean="0"/>
              <a:t>valoarea</a:t>
            </a:r>
            <a:r>
              <a:rPr lang="en-US" dirty="0" smtClean="0"/>
              <a:t> </a:t>
            </a:r>
            <a:r>
              <a:rPr lang="en-US" dirty="0" err="1" smtClean="0"/>
              <a:t>intr</a:t>
            </a:r>
            <a:r>
              <a:rPr lang="en-US" dirty="0" smtClean="0"/>
              <a:t>-un mod </a:t>
            </a:r>
            <a:r>
              <a:rPr lang="en-US" dirty="0" err="1" smtClean="0"/>
              <a:t>ff</a:t>
            </a:r>
            <a:r>
              <a:rPr lang="en-US" dirty="0" smtClean="0"/>
              <a:t> </a:t>
            </a:r>
            <a:r>
              <a:rPr lang="en-US" dirty="0" err="1" smtClean="0"/>
              <a:t>ciudat</a:t>
            </a:r>
            <a:endParaRPr lang="en-US" dirty="0" smtClean="0"/>
          </a:p>
          <a:p>
            <a:r>
              <a:rPr lang="en-US" dirty="0" err="1" smtClean="0"/>
              <a:t>vectorul</a:t>
            </a:r>
            <a:r>
              <a:rPr lang="en-US" dirty="0" smtClean="0"/>
              <a:t> final </a:t>
            </a:r>
            <a:r>
              <a:rPr lang="en-US" dirty="0" err="1" smtClean="0"/>
              <a:t>contine</a:t>
            </a:r>
            <a:r>
              <a:rPr lang="en-US" dirty="0" smtClean="0"/>
              <a:t> </a:t>
            </a:r>
            <a:r>
              <a:rPr lang="en-US" dirty="0" err="1" smtClean="0"/>
              <a:t>doar</a:t>
            </a:r>
            <a:r>
              <a:rPr lang="en-US" dirty="0" smtClean="0"/>
              <a:t> 0 </a:t>
            </a:r>
            <a:r>
              <a:rPr lang="en-US" dirty="0" err="1" smtClean="0"/>
              <a:t>si</a:t>
            </a:r>
            <a:r>
              <a:rPr lang="en-US" dirty="0" smtClean="0"/>
              <a:t> 25 (</a:t>
            </a:r>
            <a:r>
              <a:rPr lang="en-US" dirty="0" err="1" smtClean="0"/>
              <a:t>primele</a:t>
            </a:r>
            <a:r>
              <a:rPr lang="en-US" dirty="0" smtClean="0"/>
              <a:t> 2 </a:t>
            </a:r>
            <a:r>
              <a:rPr lang="en-US" dirty="0" err="1" smtClean="0"/>
              <a:t>valori</a:t>
            </a:r>
            <a:r>
              <a:rPr lang="en-US" dirty="0" smtClean="0"/>
              <a:t>)</a:t>
            </a:r>
          </a:p>
          <a:p>
            <a:pPr marL="285750" indent="-285750">
              <a:buFont typeface="Symbol"/>
              <a:buChar char="Þ"/>
            </a:pPr>
            <a:r>
              <a:rPr lang="en-US" dirty="0" smtClean="0"/>
              <a:t>ne </a:t>
            </a:r>
            <a:r>
              <a:rPr lang="en-US" dirty="0" err="1" smtClean="0"/>
              <a:t>uitam</a:t>
            </a:r>
            <a:r>
              <a:rPr lang="en-US" dirty="0" smtClean="0"/>
              <a:t> </a:t>
            </a:r>
            <a:r>
              <a:rPr lang="en-US" dirty="0" err="1" smtClean="0"/>
              <a:t>unde</a:t>
            </a:r>
            <a:r>
              <a:rPr lang="en-US" dirty="0" smtClean="0"/>
              <a:t> </a:t>
            </a:r>
            <a:r>
              <a:rPr lang="en-US" dirty="0" err="1" smtClean="0"/>
              <a:t>isi</a:t>
            </a:r>
            <a:r>
              <a:rPr lang="en-US" dirty="0" smtClean="0"/>
              <a:t> </a:t>
            </a:r>
            <a:r>
              <a:rPr lang="en-US" dirty="0" err="1" smtClean="0"/>
              <a:t>schimba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dirty="0" err="1" smtClean="0"/>
              <a:t>valoarea</a:t>
            </a:r>
            <a:endParaRPr lang="en-US" dirty="0" smtClean="0"/>
          </a:p>
          <a:p>
            <a:pPr marL="285750" indent="-285750">
              <a:buFont typeface="Symbol"/>
              <a:buChar char="Þ"/>
            </a:pPr>
            <a:r>
              <a:rPr lang="en-US" dirty="0" err="1" smtClean="0"/>
              <a:t>observam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initializata</a:t>
            </a:r>
            <a:r>
              <a:rPr lang="en-US" dirty="0" smtClean="0"/>
              <a:t> cu </a:t>
            </a:r>
            <a:r>
              <a:rPr lang="en-US" dirty="0" err="1" smtClean="0"/>
              <a:t>val</a:t>
            </a:r>
            <a:r>
              <a:rPr lang="en-US" dirty="0" smtClean="0"/>
              <a:t>[1] in </a:t>
            </a:r>
            <a:r>
              <a:rPr lang="en-US" dirty="0" err="1" smtClean="0"/>
              <a:t>loc</a:t>
            </a:r>
            <a:r>
              <a:rPr lang="en-US" dirty="0" smtClean="0"/>
              <a:t> de </a:t>
            </a:r>
            <a:r>
              <a:rPr lang="en-US" dirty="0" err="1" smtClean="0"/>
              <a:t>val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/>
              <a:t>]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599" y="1219200"/>
            <a:ext cx="5322711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5"/>
          <p:cNvSpPr/>
          <p:nvPr/>
        </p:nvSpPr>
        <p:spPr>
          <a:xfrm rot="14189171" flipV="1">
            <a:off x="3841405" y="3415817"/>
            <a:ext cx="3222650" cy="227977"/>
          </a:xfrm>
          <a:prstGeom prst="rightArrow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9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exemplu</a:t>
            </a:r>
            <a:r>
              <a:rPr lang="en-US" dirty="0" smtClean="0"/>
              <a:t> </a:t>
            </a:r>
            <a:r>
              <a:rPr lang="en-US" dirty="0" err="1" smtClean="0"/>
              <a:t>gdb</a:t>
            </a:r>
            <a:r>
              <a:rPr lang="en-US" dirty="0" smtClean="0"/>
              <a:t> debugging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710" y="1295400"/>
            <a:ext cx="697581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00200" y="5410200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</a:t>
            </a:r>
            <a:r>
              <a:rPr lang="en-US" dirty="0"/>
              <a:t> </a:t>
            </a:r>
            <a:r>
              <a:rPr lang="en-US" dirty="0" err="1" smtClean="0"/>
              <a:t>incepe</a:t>
            </a:r>
            <a:r>
              <a:rPr lang="en-US" dirty="0" smtClean="0"/>
              <a:t> de la 48, </a:t>
            </a:r>
            <a:r>
              <a:rPr lang="en-US" dirty="0" err="1" smtClean="0"/>
              <a:t>val</a:t>
            </a:r>
            <a:r>
              <a:rPr lang="en-US" dirty="0" smtClean="0"/>
              <a:t>=65 -&gt; v[1] </a:t>
            </a:r>
            <a:r>
              <a:rPr lang="en-US" dirty="0" err="1" smtClean="0"/>
              <a:t>si</a:t>
            </a:r>
            <a:r>
              <a:rPr lang="en-US" dirty="0" smtClean="0"/>
              <a:t> v[</a:t>
            </a:r>
            <a:r>
              <a:rPr lang="en-US" dirty="0" err="1" smtClean="0"/>
              <a:t>i</a:t>
            </a:r>
            <a:r>
              <a:rPr lang="en-US" dirty="0" smtClean="0"/>
              <a:t>] = </a:t>
            </a:r>
            <a:r>
              <a:rPr lang="en-US" dirty="0" err="1" smtClean="0"/>
              <a:t>valoare</a:t>
            </a:r>
            <a:r>
              <a:rPr lang="en-US" dirty="0" smtClean="0"/>
              <a:t> in </a:t>
            </a:r>
            <a:r>
              <a:rPr lang="en-US" dirty="0" err="1" smtClean="0"/>
              <a:t>afara</a:t>
            </a:r>
            <a:r>
              <a:rPr lang="en-US" dirty="0" smtClean="0"/>
              <a:t> </a:t>
            </a:r>
            <a:r>
              <a:rPr lang="en-US" dirty="0" err="1" smtClean="0"/>
              <a:t>vectorului</a:t>
            </a:r>
            <a:endParaRPr lang="en-US" dirty="0" smtClean="0"/>
          </a:p>
          <a:p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afisa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nr </a:t>
            </a:r>
            <a:r>
              <a:rPr lang="en-US" dirty="0" err="1" smtClean="0"/>
              <a:t>elemente</a:t>
            </a:r>
            <a:r>
              <a:rPr lang="en-US" dirty="0" smtClean="0"/>
              <a:t> al </a:t>
            </a:r>
            <a:r>
              <a:rPr lang="en-US" dirty="0" err="1" smtClean="0"/>
              <a:t>vectorului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vedem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are 48 de </a:t>
            </a:r>
            <a:r>
              <a:rPr lang="en-US" dirty="0" err="1" smtClean="0"/>
              <a:t>elemente</a:t>
            </a:r>
            <a:endParaRPr lang="en-US" dirty="0" smtClean="0"/>
          </a:p>
          <a:p>
            <a:r>
              <a:rPr lang="en-US" dirty="0" smtClean="0"/>
              <a:t>=&gt;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 smtClean="0"/>
              <a:t>observa</a:t>
            </a:r>
            <a:r>
              <a:rPr lang="en-US" dirty="0" smtClean="0"/>
              <a:t> </a:t>
            </a:r>
            <a:r>
              <a:rPr lang="en-US" dirty="0" err="1" smtClean="0"/>
              <a:t>ca</a:t>
            </a:r>
            <a:r>
              <a:rPr lang="en-US" dirty="0" smtClean="0"/>
              <a:t> a </a:t>
            </a:r>
            <a:r>
              <a:rPr lang="en-US" dirty="0" err="1" smtClean="0"/>
              <a:t>sarit</a:t>
            </a:r>
            <a:r>
              <a:rPr lang="en-US" dirty="0" smtClean="0"/>
              <a:t> </a:t>
            </a:r>
            <a:r>
              <a:rPr lang="en-US" dirty="0" err="1" smtClean="0"/>
              <a:t>peste</a:t>
            </a:r>
            <a:r>
              <a:rPr lang="en-US" dirty="0" smtClean="0"/>
              <a:t> 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46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53400" cy="6880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788470"/>
            <a:ext cx="5724492" cy="4002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33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407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ce facem cand programul nu merge?</vt:lpstr>
      <vt:lpstr>testarea programului</vt:lpstr>
      <vt:lpstr>identificarea zonei de cod cu probleme</vt:lpstr>
      <vt:lpstr>printf debugging</vt:lpstr>
      <vt:lpstr>debugging folosind un debugger</vt:lpstr>
      <vt:lpstr>comenzi standard in debugger</vt:lpstr>
      <vt:lpstr>exemplu printf debugging</vt:lpstr>
      <vt:lpstr>PowerPoint Presentation</vt:lpstr>
      <vt:lpstr>PowerPoint Presentation</vt:lpstr>
      <vt:lpstr>exemplu gdb debugging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Cristina</dc:creator>
  <cp:lastModifiedBy>Cristina</cp:lastModifiedBy>
  <cp:revision>19</cp:revision>
  <dcterms:created xsi:type="dcterms:W3CDTF">2013-11-04T08:49:16Z</dcterms:created>
  <dcterms:modified xsi:type="dcterms:W3CDTF">2013-11-04T10:37:43Z</dcterms:modified>
</cp:coreProperties>
</file>